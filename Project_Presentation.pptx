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AI-Enabled Smart Barrier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Mixed-Fleet Traffic Management in Mining Areas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976D2"/>
                </a:solidFill>
              </a:rPr>
              <a:t>Project Overview &amp; Status Update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76D2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Develop a professional monitoring dashboard for mixed-fleet traffic.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Monitor vehicle types, speeds, zones, and tracking IDs.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Provide real-time statuses for barriers (OPEN, CLOSED, FAULT).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Integrate an Alert Engine for conflicts and overspeed warnings.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Strict Safety First approach: No fake data. Fallback to UNKNOWN.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76D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Frontend:</a:t>
            </a:r>
            <a:pPr lvl="1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React, Material UI (Dark Theme), React Router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Backend:</a:t>
            </a:r>
            <a:pPr lvl="1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Node.js, Express API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Real-Time Communication:</a:t>
            </a:r>
            <a:pPr lvl="1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WebSockets (Socket.io) bridging UI and Data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Simulation Engine:</a:t>
            </a:r>
            <a:pPr lvl="1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Mock backend service to test states and rules without hardware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76D2"/>
                </a:solidFill>
              </a:rPr>
              <a:t>Dashboard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Dashboard Overview:</a:t>
            </a:r>
            <a:pPr lvl="1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Live KPI metrics for vehicles, alerts, zones, and hardware health.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Vehicle Monitoring:</a:t>
            </a:r>
            <a:pPr lvl="1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Live tracking table mapping sources, confidence levels, and speeds.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Barrier &amp; Zone Tracking:</a:t>
            </a:r>
            <a:pPr lvl="1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Hardware status monitoring with fallback safety constraints.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Alert Center:</a:t>
            </a:r>
            <a:pPr lvl="1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Dynamic rules logging with lifecycles (ACTIVE -&gt; ACK -&gt; RESOLVED).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76D2"/>
                </a:solidFill>
              </a:rPr>
              <a:t>Current Development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CAF50"/>
                </a:solidFill>
              </a:rPr>
              <a:t>COMPLETED PHASES: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1-2: Setup &amp; UI Architecture (React &amp; Material UI)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3-5: Frontend implementation of all core Monitoring Modules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6: Backend Simulation Engine built and running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9 &amp; 12: Full WebSocket Integration for 2-second real-time tick updates</a:t>
            </a:r>
            <a:pPr indent="0" marL="0">
              <a:lnSpc>
                <a:spcPts val="2000"/>
              </a:lnSpc>
              <a:buNone/>
            </a:pP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9800"/>
                </a:solidFill>
              </a:rPr>
              <a:t>PENDING PHASES: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7-8: Database setup and API migrations (SQLite/Prisma)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10-11: Authentication &amp; Analytics charts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13-14: Hardware and Live AI endpoints hookup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Prototype successfully built and running.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2026-09-17T08:52:55Z</dcterms:created>
  <dcterms:modified xsi:type="dcterms:W3CDTF">2026-09-17T08:52:55Z</dcterms:modified>
</cp:coreProperties>
</file>