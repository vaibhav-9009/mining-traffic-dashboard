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AI-Enabled Smart Barrier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Control Tower for Mixed-Fleet Traffic Management</a:t>
            </a:r>
          </a:p>
          <a:p>
            <a:r>
              <a:t>System Architecture &amp; Status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&amp;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Challenge:</a:t>
            </a:r>
          </a:p>
          <a:p>
            <a:pPr lvl="1"/>
            <a:r>
              <a:t>- Mixed-fleet interactions (Haul Trucks vs Light Vehicles) are the leading cause of mining fatalities.</a:t>
            </a:r>
          </a:p>
          <a:p>
            <a:pPr lvl="1"/>
            <a:r>
              <a:t>- Traditional barriers are manual and slow.</a:t>
            </a:r>
          </a:p>
          <a:p>
            <a:r>
              <a:t>Our Solution:</a:t>
            </a:r>
          </a:p>
          <a:p>
            <a:pPr lvl="1"/>
            <a:r>
              <a:t>- AI-powered control tower integrating Edge Computer Vision and GPS Telematics.</a:t>
            </a:r>
          </a:p>
          <a:p>
            <a:pPr lvl="1"/>
            <a:r>
              <a:t>- Automated rules engine that physically blocks unsafe vehicle interactions.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Dashboard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Event-Driven React Architecture:</a:t>
            </a:r>
          </a:p>
          <a:p>
            <a:pPr lvl="1"/>
            <a:r>
              <a:t>- Sub-second WebSockets delivery (No page refreshes).</a:t>
            </a:r>
          </a:p>
          <a:p>
            <a:pPr lvl="1"/>
            <a:r>
              <a:t>- Real-Time Traffic Analytics: Recharts plotting traffic density and fleet composition.</a:t>
            </a:r>
          </a:p>
          <a:p>
            <a:pPr lvl="1"/>
            <a:r>
              <a:t>- Alert Center &amp; Event History: Complete chronological auditing.</a:t>
            </a:r>
          </a:p>
          <a:p>
            <a:pPr lvl="1"/>
            <a:r>
              <a:t>- Human-in-the-Loop Override: 1-click barrier manual command.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Telematics (WheelsEye) &amp; Geofencing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Bypassing Camera Limitations:</a:t>
            </a:r>
          </a:p>
          <a:p>
            <a:pPr lvl="1"/>
            <a:r>
              <a:t>- We built a POST /api/telematics/webhook to ingest 3rd party GPS APIs.</a:t>
            </a:r>
          </a:p>
          <a:p>
            <a:pPr lvl="1"/>
            <a:r>
              <a:t>- Custom Geofencing Math: Translates standard Lat/Lng into designated Mining Zones (Zone A, Intersection, etc).</a:t>
            </a:r>
          </a:p>
          <a:p>
            <a:pPr lvl="1"/>
            <a:r>
              <a:t>- Fuses broad fleet GPS data with highly localized AI gate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Heavy Load &amp; Rules Engine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the Deterministic Engine:</a:t>
            </a:r>
          </a:p>
          <a:p>
            <a:pPr lvl="1"/>
            <a:r>
              <a:t>- Generated a massive 25-vehicle concurrent shift-change dataset.</a:t>
            </a:r>
          </a:p>
          <a:p>
            <a:pPr lvl="1"/>
            <a:r>
              <a:t>- Results: System dynamically flipped overcrowded zones into CONFLICT state.</a:t>
            </a:r>
          </a:p>
          <a:p>
            <a:pPr lvl="1"/>
            <a:r>
              <a:t>- Results: Overspeed alerts successfully mapped to correct offending tracking IDs.</a:t>
            </a:r>
          </a:p>
          <a:p>
            <a:pPr lvl="1"/>
            <a:r>
              <a:t>- Dashboard UI maintained high frame-rate rendering under heavy data load.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